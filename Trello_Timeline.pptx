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7DE23-1F78-41BA-9360-2B4B2A9FCE6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A002B-5F07-41E1-AAEF-12FCAFD0DE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33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By Mohammed Aminoor Rhaman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034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Trello created 6/11/25, 2:07PM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204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7/11/25, 10:16AM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691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‎07 ‎November ‎2025, ‏‎11:20:20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331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‎07 ‎November ‎2025, ‏‎11:39:33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751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‎07 ‎November ‎2025, ‏‎15:14:26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187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‎07 ‎November ‎2025, ‏‎15:28:04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892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‎08 ‎November ‎2025, ‏‎19:54:34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14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‎09 ‎November ‎2025, ‏‎09:54:51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117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‎10 ‎November ‎2025, ‏‎03:19:39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933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‎10 ‎November ‎2025, ‏‎03:20:31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212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‎10 ‎November ‎2025, ‏‎14:14:02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488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‎10 ‎November ‎2025, ‏‎14:15:31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572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‎10 ‎November ‎2025, ‏‎18:02:43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051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‎10 ‎November ‎2025, ‏‎19:22:20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064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‎10 ‎November ‎2025, ‏‎22:25:19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895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‎10 ‎November ‎2025, ‏‎23:11:33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002B-5F07-41E1-AAEF-12FCAFD0DE4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844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900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37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402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23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797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57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0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48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9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80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453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0B69AB4-8A2E-42F6-A5D1-698268554EE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628D5736-F285-4594-B549-B590384E3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181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D0D1-E00C-810B-5B94-DA791796F7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Trello Timeline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DF6F4-D43F-09E1-43DB-52411CDC86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Each slide in this PowerPoint shows a snapshot of when tasks were marked as complete on Trello. The notes reveal the time each change was made (a change could refer to a new task added or the completion of tasks).</a:t>
            </a:r>
          </a:p>
          <a:p>
            <a:r>
              <a:rPr lang="en-GB" i="1" dirty="0"/>
              <a:t>Note that some tasks may not have been reported on Trello.</a:t>
            </a:r>
          </a:p>
        </p:txBody>
      </p:sp>
    </p:spTree>
    <p:extLst>
      <p:ext uri="{BB962C8B-B14F-4D97-AF65-F5344CB8AC3E}">
        <p14:creationId xmlns:p14="http://schemas.microsoft.com/office/powerpoint/2010/main" val="378250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0F74F9-E373-4883-A533-C80C53DE6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5FFFB-1163-4DA7-83B0-B8677ABBC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295C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117A05-2F4F-4370-A926-6191A5C3D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rello Inbox">
            <a:extLst>
              <a:ext uri="{FF2B5EF4-FFF2-40B4-BE49-F238E27FC236}">
                <a16:creationId xmlns:a16="http://schemas.microsoft.com/office/drawing/2014/main" id="{538DA515-C785-9AF8-DE11-40B4DC4F52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684" y="1123527"/>
            <a:ext cx="9302627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11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0F74F9-E373-4883-A533-C80C53DE6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65FFFB-1163-4DA7-83B0-B8677ABBC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2654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117A05-2F4F-4370-A926-6191A5C3D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5DF253-5317-FDB5-BA50-6130E9B08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77" y="1224260"/>
            <a:ext cx="9951041" cy="440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76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C0DADA-8F19-A993-A624-FA5B54544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43516"/>
            <a:ext cx="10905066" cy="477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2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51FE12-F893-6BE3-BFF0-E0CA303B6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48098"/>
            <a:ext cx="10905066" cy="496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5F24EA-D6D6-6524-D8CA-C9CC0B9AA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61839"/>
            <a:ext cx="10905066" cy="55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00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9700320-53DE-8E21-14B7-48D6BAF37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4522"/>
            <a:ext cx="10905066" cy="52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75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AF7BB0-9073-3173-E2E1-165B9F109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27" y="643467"/>
            <a:ext cx="1076534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32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9CB8E0-3868-C713-A407-F54BD0713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48209"/>
            <a:ext cx="10905066" cy="556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50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FFDA05-9640-4040-B33E-D46FD0443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B0247-B3BE-415F-964D-FF65CFDD6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A538A9-77DB-73F7-B6D2-1032BDD76B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12" b="2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8F94CD0-ECDA-4C0C-ADE1-50638BD0C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61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CD6CBD-F267-EB96-DB9C-C81A094D2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75470"/>
            <a:ext cx="10905066" cy="55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ED6E12-5144-5686-E860-F8640FEF0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89103"/>
            <a:ext cx="10905066" cy="547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58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BCB95D-DF5A-AF34-46FE-ACEDB00BD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2" y="643467"/>
            <a:ext cx="1061155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57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7FB30E-750F-8B2F-CD11-51B1361A0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61839"/>
            <a:ext cx="10905066" cy="55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59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EEC56F-E66A-A260-CAA6-B8A92A2D3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75470"/>
            <a:ext cx="10905066" cy="55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2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EADE15-A40E-CA5C-8EA0-C38236BBA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70" y="643467"/>
            <a:ext cx="1056126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14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0FFE72-DD18-A4CE-886E-407B53E46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8" y="643467"/>
            <a:ext cx="1081760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6697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1286</TotalTime>
  <Words>212</Words>
  <Application>Microsoft Office PowerPoint</Application>
  <PresentationFormat>Widescreen</PresentationFormat>
  <Paragraphs>37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Century Schoolbook</vt:lpstr>
      <vt:lpstr>Wingdings 2</vt:lpstr>
      <vt:lpstr>View</vt:lpstr>
      <vt:lpstr>Trello Timeline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Aminoor Rhaman</dc:creator>
  <cp:lastModifiedBy>Aminoor Rhaman</cp:lastModifiedBy>
  <cp:revision>4</cp:revision>
  <dcterms:created xsi:type="dcterms:W3CDTF">2025-11-07T10:17:59Z</dcterms:created>
  <dcterms:modified xsi:type="dcterms:W3CDTF">2025-11-10T23:59:06Z</dcterms:modified>
</cp:coreProperties>
</file>